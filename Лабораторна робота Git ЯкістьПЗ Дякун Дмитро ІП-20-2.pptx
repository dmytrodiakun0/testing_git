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3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434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5314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075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268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074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27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69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699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685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8016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3532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688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4956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2239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14969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660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3F538F3-37B6-463D-B2D4-1CA2AFE95F79}" type="datetimeFigureOut">
              <a:rPr lang="uk-UA" smtClean="0"/>
              <a:t>25.12.2023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uk-U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578C8E1-CB5A-45C0-A07A-8FFA0152FBD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987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mytroDiakun0/testing_git" TargetMode="External"/><Relationship Id="rId2" Type="http://schemas.openxmlformats.org/officeDocument/2006/relationships/hyperlink" Target="https://github.com/DmytroDiakun0/testing_gi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504335"/>
            <a:ext cx="9832593" cy="2639961"/>
          </a:xfrm>
        </p:spPr>
        <p:txBody>
          <a:bodyPr/>
          <a:lstStyle/>
          <a:p>
            <a:pPr algn="ctr"/>
            <a:r>
              <a:rPr lang="uk-UA"/>
              <a:t>Лабораторна робота:</a:t>
            </a:r>
            <a:br>
              <a:rPr lang="uk-UA"/>
            </a:br>
            <a:r>
              <a:rPr lang="uk-UA"/>
              <a:t>Робота з </a:t>
            </a:r>
            <a:r>
              <a:rPr lang="en-US"/>
              <a:t>Git</a:t>
            </a:r>
            <a:endParaRPr lang="uk-UA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89639" y="4880619"/>
            <a:ext cx="5397908" cy="384555"/>
          </a:xfrm>
        </p:spPr>
        <p:txBody>
          <a:bodyPr>
            <a:normAutofit/>
          </a:bodyPr>
          <a:lstStyle/>
          <a:p>
            <a:r>
              <a:rPr lang="uk-UA" cap="none" dirty="0"/>
              <a:t>Виконав: студент групи ІП-20-2 Дякун Дмитро</a:t>
            </a:r>
          </a:p>
        </p:txBody>
      </p:sp>
    </p:spTree>
    <p:extLst>
      <p:ext uri="{BB962C8B-B14F-4D97-AF65-F5344CB8AC3E}">
        <p14:creationId xmlns:p14="http://schemas.microsoft.com/office/powerpoint/2010/main" val="183730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7968" y="2731008"/>
            <a:ext cx="9436608" cy="2206752"/>
          </a:xfrm>
        </p:spPr>
        <p:txBody>
          <a:bodyPr>
            <a:noAutofit/>
          </a:bodyPr>
          <a:lstStyle/>
          <a:p>
            <a:r>
              <a:rPr lang="en-US" sz="2000"/>
              <a:t>git init</a:t>
            </a:r>
          </a:p>
          <a:p>
            <a:r>
              <a:rPr lang="en-US" sz="2000"/>
              <a:t>git add .</a:t>
            </a:r>
          </a:p>
          <a:p>
            <a:r>
              <a:rPr lang="en-US" sz="2000"/>
              <a:t>git commit –m “add presentation”</a:t>
            </a:r>
          </a:p>
          <a:p>
            <a:r>
              <a:rPr lang="en-US" sz="2000"/>
              <a:t>git remote add origin</a:t>
            </a:r>
            <a:r>
              <a:rPr lang="uk-UA" sz="2000"/>
              <a:t> </a:t>
            </a:r>
            <a:r>
              <a:rPr lang="en-US" sz="2000">
                <a:hlinkClick r:id="rId2"/>
              </a:rPr>
              <a:t>https://github.com/DmytroDiakun0/testing_git.git</a:t>
            </a:r>
            <a:endParaRPr lang="en-US" sz="2000"/>
          </a:p>
          <a:p>
            <a:r>
              <a:rPr lang="en-US" sz="2000"/>
              <a:t>git push origin master</a:t>
            </a:r>
          </a:p>
          <a:p>
            <a:endParaRPr lang="en-US" sz="200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54BCD32-552E-4CAD-A6CF-117DA57E6117}"/>
              </a:ext>
            </a:extLst>
          </p:cNvPr>
          <p:cNvSpPr txBox="1">
            <a:spLocks/>
          </p:cNvSpPr>
          <p:nvPr/>
        </p:nvSpPr>
        <p:spPr>
          <a:xfrm>
            <a:off x="1267968" y="5565648"/>
            <a:ext cx="9436608" cy="43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uk-UA" sz="2000"/>
              <a:t>Посилання на </a:t>
            </a:r>
            <a:r>
              <a:rPr lang="en-US" sz="2000"/>
              <a:t>github: </a:t>
            </a:r>
            <a:r>
              <a:rPr lang="en-US" sz="2000">
                <a:hlinkClick r:id="rId3"/>
              </a:rPr>
              <a:t>https://github.com/DmytroDiakun0/testing_git</a:t>
            </a:r>
            <a:r>
              <a:rPr 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65891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830</TotalTime>
  <Words>63</Words>
  <Application>Microsoft Office PowerPoint</Application>
  <PresentationFormat>Широкий екран</PresentationFormat>
  <Paragraphs>8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Совет директоров</vt:lpstr>
      <vt:lpstr>Лабораторна робота: Робота з Git</vt:lpstr>
      <vt:lpstr>Презентація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 робота №2: Тестування простого предмету</dc:title>
  <dc:creator>student</dc:creator>
  <cp:lastModifiedBy>Admin</cp:lastModifiedBy>
  <cp:revision>81</cp:revision>
  <dcterms:created xsi:type="dcterms:W3CDTF">2023-09-25T11:30:22Z</dcterms:created>
  <dcterms:modified xsi:type="dcterms:W3CDTF">2023-12-25T15:50:36Z</dcterms:modified>
</cp:coreProperties>
</file>